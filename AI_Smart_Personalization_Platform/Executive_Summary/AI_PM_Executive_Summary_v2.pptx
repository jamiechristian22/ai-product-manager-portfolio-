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AI Product Manager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Jamie Christian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4 Real‑World AI Product Case Studies</a:t>
            </a:r>
          </a:p>
          <a:p>
            <a:r>
              <a:t>• Dashboard‑Driven Decision Making</a:t>
            </a:r>
          </a:p>
          <a:p>
            <a:r>
              <a:t>• Generative AI Integration</a:t>
            </a:r>
          </a:p>
          <a:p>
            <a:r>
              <a:t>• SQL, Python, and Data Analytics</a:t>
            </a:r>
          </a:p>
          <a:p>
            <a:r>
              <a:t>• UX Wireframes &amp; User 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Key Skills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Strategy &amp; Roadmapping</a:t>
            </a:r>
          </a:p>
          <a:p>
            <a:r>
              <a:t>• A/B Testing &amp; Experiment Design</a:t>
            </a:r>
          </a:p>
          <a:p>
            <a:r>
              <a:t>• Stakeholder &amp; RACI Management</a:t>
            </a:r>
          </a:p>
          <a:p>
            <a:r>
              <a:t>• AI Governance &amp; Risk Mitigation</a:t>
            </a:r>
          </a:p>
          <a:p>
            <a:r>
              <a:t>• Cross‑Functional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Project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Ecommerce Revenue Optimizer</a:t>
            </a:r>
          </a:p>
          <a:p>
            <a:r>
              <a:t>• AI Funnel Conversion Engine</a:t>
            </a:r>
          </a:p>
          <a:p>
            <a:r>
              <a:t>• AI Operational Intelligence Dashboard</a:t>
            </a:r>
          </a:p>
          <a:p>
            <a:r>
              <a:t>• AI Smart Personalization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6699"/>
                </a:solidFill>
              </a:rPr>
              <a:t>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Data‑Driven Product Decisions</a:t>
            </a:r>
          </a:p>
          <a:p>
            <a:r>
              <a:t>• Scalable AI Solutions</a:t>
            </a:r>
          </a:p>
          <a:p>
            <a:r>
              <a:t>• Improved Conversion &amp; Retention</a:t>
            </a:r>
          </a:p>
          <a:p>
            <a:r>
              <a:t>• Executive‑Ready Documentation</a:t>
            </a:r>
          </a:p>
          <a:p>
            <a:r>
              <a:t>• Recruiter‑Ready Portfolio</a:t>
            </a:r>
          </a:p>
          <a:p>
            <a:r>
              <a:t>• Example Impact: Simulated +15% Conversion Lift via A/B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
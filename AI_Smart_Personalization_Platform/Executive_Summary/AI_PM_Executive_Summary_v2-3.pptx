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59"/>
  </p:normalViewPr>
  <p:slideViewPr>
    <p:cSldViewPr snapToGrid="0" snapToObjects="1">
      <p:cViewPr varScale="1">
        <p:scale>
          <a:sx n="105" d="100"/>
          <a:sy n="105" d="100"/>
        </p:scale>
        <p:origin x="53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Box Packages">
            <a:extLst>
              <a:ext uri="{FF2B5EF4-FFF2-40B4-BE49-F238E27FC236}">
                <a16:creationId xmlns:a16="http://schemas.microsoft.com/office/drawing/2014/main" id="{624097CF-F996-AEB9-53B7-19E9737D351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2811" r="11975" b="-1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500" b="1">
                <a:solidFill>
                  <a:srgbClr val="FFFFFF"/>
                </a:solidFill>
              </a:rPr>
              <a:t>AI Product Manager 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072043"/>
            <a:ext cx="75438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Executive Summary</a:t>
            </a:r>
          </a:p>
          <a:p>
            <a:r>
              <a:rPr lang="en-US">
                <a:solidFill>
                  <a:srgbClr val="FFFFFF"/>
                </a:solidFill>
              </a:rPr>
              <a:t>Jamie Christian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6699"/>
                </a:solidFill>
              </a:rPr>
              <a:t>Portfolio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4 Real‑World AI Product Case Studies</a:t>
            </a:r>
          </a:p>
          <a:p>
            <a:r>
              <a:t>• Dashboard‑Driven Decision Making</a:t>
            </a:r>
          </a:p>
          <a:p>
            <a:r>
              <a:t>• Generative AI Integration</a:t>
            </a:r>
          </a:p>
          <a:p>
            <a:r>
              <a:t>• SQL, Python, and Data Analytics</a:t>
            </a:r>
          </a:p>
          <a:p>
            <a:r>
              <a:t>• UX Wireframes &amp; User 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6699"/>
                </a:solidFill>
              </a:rPr>
              <a:t>Key Skills &amp;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Product Strategy &amp; Roadmapping</a:t>
            </a:r>
          </a:p>
          <a:p>
            <a:r>
              <a:t>• A/B Testing &amp; Experiment Design</a:t>
            </a:r>
          </a:p>
          <a:p>
            <a:r>
              <a:t>• Stakeholder &amp; RACI Management</a:t>
            </a:r>
          </a:p>
          <a:p>
            <a:r>
              <a:t>• AI Governance &amp; Risk Mitigation</a:t>
            </a:r>
          </a:p>
          <a:p>
            <a:r>
              <a:t>• Cross‑Functional Collaboration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6699"/>
                </a:solidFill>
              </a:rPr>
              <a:t>Project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Ecommerce Revenue Optimizer</a:t>
            </a:r>
          </a:p>
          <a:p>
            <a:r>
              <a:t>• AI Funnel Conversion Engine</a:t>
            </a:r>
          </a:p>
          <a:p>
            <a:r>
              <a:t>• AI Operational Intelligence Dashboard</a:t>
            </a:r>
          </a:p>
          <a:p>
            <a:r>
              <a:t>• AI Smart Personalization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6699"/>
                </a:solidFill>
              </a:rPr>
              <a:t>Impact &amp;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Data‑Driven Product Decisions</a:t>
            </a:r>
          </a:p>
          <a:p>
            <a:r>
              <a:t>• Scalable AI Solutions</a:t>
            </a:r>
          </a:p>
          <a:p>
            <a:r>
              <a:t>• Improved Conversion &amp; Retention</a:t>
            </a:r>
          </a:p>
          <a:p>
            <a:r>
              <a:t>• Executive‑Ready Documentation</a:t>
            </a:r>
          </a:p>
          <a:p>
            <a:r>
              <a:t>• Recruiter‑Ready Portfolio</a:t>
            </a:r>
          </a:p>
          <a:p>
            <a:r>
              <a:t>• Example Impact: Simulated +15% Conversion Lift via A/B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141</Words>
  <Application>Microsoft Macintosh PowerPoint</Application>
  <PresentationFormat>On-screen Show (4:3)</PresentationFormat>
  <Paragraphs>27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AI Product Manager Portfolio</vt:lpstr>
      <vt:lpstr>Portfolio Overview</vt:lpstr>
      <vt:lpstr>Key Skills &amp; Capabilities</vt:lpstr>
      <vt:lpstr>Project Highlights</vt:lpstr>
      <vt:lpstr>Impact &amp; Value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Jamie Christian</cp:lastModifiedBy>
  <cp:revision>2</cp:revision>
  <dcterms:created xsi:type="dcterms:W3CDTF">2013-01-27T09:14:16Z</dcterms:created>
  <dcterms:modified xsi:type="dcterms:W3CDTF">2026-03-16T03:43:18Z</dcterms:modified>
  <cp:category/>
</cp:coreProperties>
</file>